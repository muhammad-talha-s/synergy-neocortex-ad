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endParaRPr lang="en-US" sz="7200" dirty="0"/>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6595</TotalTime>
  <Words>949</Words>
  <Application>Microsoft Office PowerPoint</Application>
  <PresentationFormat>Widescreen</PresentationFormat>
  <Paragraphs>238</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16</cp:revision>
  <dcterms:created xsi:type="dcterms:W3CDTF">2025-01-08T19:03:43Z</dcterms:created>
  <dcterms:modified xsi:type="dcterms:W3CDTF">2025-03-03T11:13:12Z</dcterms:modified>
</cp:coreProperties>
</file>