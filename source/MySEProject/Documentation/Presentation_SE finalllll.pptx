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10076</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17</cp:revision>
  <dcterms:created xsi:type="dcterms:W3CDTF">2025-01-08T19:03:43Z</dcterms:created>
  <dcterms:modified xsi:type="dcterms:W3CDTF">2025-03-05T21:14:27Z</dcterms:modified>
</cp:coreProperties>
</file>