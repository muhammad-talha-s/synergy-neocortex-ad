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2160590"/>
            <a:ext cx="8596668" cy="2767012"/>
          </a:xfrm>
        </p:spPr>
        <p:txBody>
          <a:bodyPr/>
          <a:lstStyle/>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1435</TotalTime>
  <Words>920</Words>
  <Application>Microsoft Office PowerPoint</Application>
  <PresentationFormat>Widescreen</PresentationFormat>
  <Paragraphs>235</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13</cp:revision>
  <dcterms:created xsi:type="dcterms:W3CDTF">2025-01-08T19:03:43Z</dcterms:created>
  <dcterms:modified xsi:type="dcterms:W3CDTF">2025-03-14T18:41:34Z</dcterms:modified>
</cp:coreProperties>
</file>